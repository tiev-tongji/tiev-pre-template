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94" r:id="rId2"/>
    <p:sldId id="300" r:id="rId3"/>
    <p:sldId id="303" r:id="rId4"/>
    <p:sldId id="304" r:id="rId5"/>
    <p:sldId id="305" r:id="rId6"/>
    <p:sldId id="30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62C6"/>
    <a:srgbClr val="2A75CE"/>
    <a:srgbClr val="FF85FF"/>
    <a:srgbClr val="1D70BE"/>
    <a:srgbClr val="00A6D6"/>
    <a:srgbClr val="1E3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深色样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11" autoAdjust="0"/>
    <p:restoredTop sz="91400" autoAdjust="0"/>
  </p:normalViewPr>
  <p:slideViewPr>
    <p:cSldViewPr>
      <p:cViewPr>
        <p:scale>
          <a:sx n="151" d="100"/>
          <a:sy n="151" d="100"/>
        </p:scale>
        <p:origin x="1240" y="-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556B9A-5015-4D8E-B654-F92C2FEC665A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DBDCE2-E6A7-4106-B23A-2BBA12C1B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23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 rot="16200000">
            <a:off x="5970000" y="636000"/>
            <a:ext cx="252000" cy="12192000"/>
          </a:xfrm>
          <a:prstGeom prst="rect">
            <a:avLst/>
          </a:prstGeom>
          <a:solidFill>
            <a:srgbClr val="2462C6"/>
          </a:solidFill>
          <a:ln>
            <a:solidFill>
              <a:srgbClr val="2462C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defRPr sz="6000" baseline="0">
                <a:latin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2709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altLang="zh-CN" dirty="0"/>
          </a:p>
          <a:p>
            <a:fld id="{4B1F180F-AB49-604E-AC7B-151139EC2879}" type="datetime1">
              <a:rPr lang="zh-CN" altLang="zh-CN" smtClean="0"/>
              <a:t>2026/5/7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14F2F3A-302F-824C-B959-4ED3E0FD8D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8" y="55571"/>
            <a:ext cx="921358" cy="9251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AB1B818-2F5D-33FB-1273-82041CBCE7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174658"/>
            <a:ext cx="2664296" cy="6869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 b="0" baseline="0">
                <a:latin typeface="Arial Unicode MS" panose="020B0604020202020204" pitchFamily="34" charset="-128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8434"/>
            <a:ext cx="10972800" cy="4525963"/>
          </a:xfrm>
        </p:spPr>
        <p:txBody>
          <a:bodyPr/>
          <a:lstStyle>
            <a:lvl1pPr algn="just">
              <a:buClr>
                <a:srgbClr val="2462C6"/>
              </a:buClr>
              <a:defRPr baseline="0">
                <a:latin typeface="Arial" panose="020B0604020202020204" pitchFamily="34" charset="0"/>
                <a:ea typeface="等线" panose="02010600030101010101" pitchFamily="2" charset="-122"/>
              </a:defRPr>
            </a:lvl1pPr>
            <a:lvl2pPr algn="just">
              <a:buClr>
                <a:srgbClr val="2462C6"/>
              </a:buClr>
              <a:defRPr baseline="0">
                <a:latin typeface="Arial" panose="020B0604020202020204" pitchFamily="34" charset="0"/>
                <a:ea typeface="等线" panose="02010600030101010101" pitchFamily="2" charset="-122"/>
              </a:defRPr>
            </a:lvl2pPr>
            <a:lvl3pPr algn="just">
              <a:buClr>
                <a:srgbClr val="2462C6"/>
              </a:buClr>
              <a:defRPr baseline="0">
                <a:latin typeface="Arial" panose="020B0604020202020204" pitchFamily="34" charset="0"/>
                <a:ea typeface="等线" panose="02010600030101010101" pitchFamily="2" charset="-122"/>
              </a:defRPr>
            </a:lvl3pPr>
            <a:lvl4pPr algn="just">
              <a:buClr>
                <a:srgbClr val="2462C6"/>
              </a:buClr>
              <a:defRPr baseline="0">
                <a:latin typeface="Arial" panose="020B0604020202020204" pitchFamily="34" charset="0"/>
                <a:ea typeface="等线" panose="02010600030101010101" pitchFamily="2" charset="-122"/>
              </a:defRPr>
            </a:lvl4pPr>
            <a:lvl5pPr algn="just">
              <a:buClr>
                <a:srgbClr val="2462C6"/>
              </a:buClr>
              <a:defRPr baseline="0">
                <a:latin typeface="Arial" panose="020B0604020202020204" pitchFamily="34" charset="0"/>
                <a:ea typeface="等线" panose="0201060003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DengXian" panose="02010600030101010101" pitchFamily="2" charset="-122"/>
                <a:ea typeface="DengXian" panose="02010600030101010101" pitchFamily="2" charset="-122"/>
              </a:defRPr>
            </a:lvl1pPr>
          </a:lstStyle>
          <a:p>
            <a:r>
              <a:rPr lang="zh-CN" altLang="en-US"/>
              <a:t>同济大学智能无人系统研究团队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DengXian" panose="02010600030101010101" pitchFamily="2" charset="-122"/>
                <a:ea typeface="DengXian" panose="02010600030101010101" pitchFamily="2" charset="-122"/>
              </a:defRPr>
            </a:lvl1pPr>
          </a:lstStyle>
          <a:p>
            <a:fld id="{598E4A8C-DC7D-43CA-99A9-167CFAEB755B}" type="slidenum">
              <a:rPr lang="zh-CN" altLang="en-US" smtClean="0"/>
              <a:pPr/>
              <a:t>‹#›</a:t>
            </a:fld>
            <a:endParaRPr lang="zh-CN" altLang="en-US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335360" cy="6858000"/>
          </a:xfrm>
          <a:prstGeom prst="rect">
            <a:avLst/>
          </a:prstGeom>
          <a:solidFill>
            <a:srgbClr val="2462C6"/>
          </a:solidFill>
          <a:ln>
            <a:solidFill>
              <a:srgbClr val="2462C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aseline="0" dirty="0"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4E6035C-F9BE-E4DE-88DD-7CBBDCA84B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3461" y="0"/>
            <a:ext cx="688539" cy="69137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02707F5-EAA9-1482-CE67-0D27284155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8368" y="72306"/>
            <a:ext cx="2009203" cy="3671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zh-CN" altLang="en-US" sz="4400" b="0" kern="1200" baseline="0" dirty="0">
                <a:solidFill>
                  <a:schemeClr val="tx1"/>
                </a:solidFill>
                <a:latin typeface="Arial Unicode MS" panose="020B0604020202020204" pitchFamily="34" charset="-128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5414392" cy="4525963"/>
          </a:xfrm>
        </p:spPr>
        <p:txBody>
          <a:bodyPr/>
          <a:lstStyle>
            <a:lvl1pPr algn="just">
              <a:buClr>
                <a:srgbClr val="2462C6"/>
              </a:buClr>
              <a:defRPr baseline="0">
                <a:latin typeface="Arial" panose="020B0604020202020204" pitchFamily="34" charset="0"/>
                <a:ea typeface="等线" panose="02010600030101010101" pitchFamily="2" charset="-122"/>
              </a:defRPr>
            </a:lvl1pPr>
            <a:lvl2pPr algn="just">
              <a:buClr>
                <a:srgbClr val="2462C6"/>
              </a:buClr>
              <a:defRPr baseline="0">
                <a:latin typeface="Arial" panose="020B0604020202020204" pitchFamily="34" charset="0"/>
                <a:ea typeface="等线" panose="02010600030101010101" pitchFamily="2" charset="-122"/>
              </a:defRPr>
            </a:lvl2pPr>
            <a:lvl3pPr algn="just">
              <a:buClr>
                <a:srgbClr val="2462C6"/>
              </a:buClr>
              <a:defRPr baseline="0">
                <a:latin typeface="Arial" panose="020B0604020202020204" pitchFamily="34" charset="0"/>
                <a:ea typeface="等线" panose="02010600030101010101" pitchFamily="2" charset="-122"/>
              </a:defRPr>
            </a:lvl3pPr>
            <a:lvl4pPr algn="just">
              <a:buClr>
                <a:srgbClr val="2462C6"/>
              </a:buClr>
              <a:defRPr baseline="0">
                <a:latin typeface="Arial" panose="020B0604020202020204" pitchFamily="34" charset="0"/>
                <a:ea typeface="等线" panose="02010600030101010101" pitchFamily="2" charset="-122"/>
              </a:defRPr>
            </a:lvl4pPr>
            <a:lvl5pPr algn="just">
              <a:buClr>
                <a:srgbClr val="2462C6"/>
              </a:buClr>
              <a:defRPr baseline="0">
                <a:latin typeface="Arial" panose="020B0604020202020204" pitchFamily="34" charset="0"/>
                <a:ea typeface="等线" panose="0201060003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80B2AEF-FCBC-2D0B-E249-6B6B73E1998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8010" y="1600200"/>
            <a:ext cx="5414390" cy="4525963"/>
          </a:xfrm>
        </p:spPr>
        <p:txBody>
          <a:bodyPr/>
          <a:lstStyle>
            <a:lvl1pPr algn="just">
              <a:buClr>
                <a:srgbClr val="2462C6"/>
              </a:buClr>
              <a:defRPr baseline="0">
                <a:latin typeface="Arial" panose="020B0604020202020204" pitchFamily="34" charset="0"/>
                <a:ea typeface="等线" panose="02010600030101010101" pitchFamily="2" charset="-122"/>
              </a:defRPr>
            </a:lvl1pPr>
            <a:lvl2pPr algn="just">
              <a:buClr>
                <a:srgbClr val="2462C6"/>
              </a:buClr>
              <a:defRPr baseline="0">
                <a:latin typeface="Arial" panose="020B0604020202020204" pitchFamily="34" charset="0"/>
                <a:ea typeface="等线" panose="02010600030101010101" pitchFamily="2" charset="-122"/>
              </a:defRPr>
            </a:lvl2pPr>
            <a:lvl3pPr algn="just">
              <a:buClr>
                <a:srgbClr val="2462C6"/>
              </a:buClr>
              <a:defRPr baseline="0">
                <a:latin typeface="Arial" panose="020B0604020202020204" pitchFamily="34" charset="0"/>
                <a:ea typeface="等线" panose="02010600030101010101" pitchFamily="2" charset="-122"/>
              </a:defRPr>
            </a:lvl3pPr>
            <a:lvl4pPr algn="just">
              <a:buClr>
                <a:srgbClr val="2462C6"/>
              </a:buClr>
              <a:defRPr baseline="0">
                <a:latin typeface="Arial" panose="020B0604020202020204" pitchFamily="34" charset="0"/>
                <a:ea typeface="等线" panose="02010600030101010101" pitchFamily="2" charset="-122"/>
              </a:defRPr>
            </a:lvl4pPr>
            <a:lvl5pPr algn="just">
              <a:buClr>
                <a:srgbClr val="2462C6"/>
              </a:buClr>
              <a:defRPr baseline="0">
                <a:latin typeface="Arial" panose="020B0604020202020204" pitchFamily="34" charset="0"/>
                <a:ea typeface="等线" panose="02010600030101010101" pitchFamily="2" charset="-122"/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1D70BE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+mn-cs"/>
              </a:rPr>
              <a:t>单击此处编辑母版文本样式</a:t>
            </a:r>
          </a:p>
          <a:p>
            <a:pPr marL="742950" marR="0" lvl="1" indent="-285750" algn="l" defTabSz="914400" rtl="0" eaLnBrk="1" fontAlgn="auto" latinLnBrk="0" hangingPunct="1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1D70BE"/>
              </a:buClr>
              <a:buSzTx/>
              <a:buFont typeface="Arial" pitchFamily="34" charset="0"/>
              <a:buChar char="–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+mn-cs"/>
              </a:rPr>
              <a:t>第二级</a:t>
            </a:r>
          </a:p>
          <a:p>
            <a:pPr marL="1143000" marR="0" lvl="2" indent="-228600" algn="l" defTabSz="914400" rtl="0" eaLnBrk="1" fontAlgn="auto" latinLnBrk="0" hangingPunct="1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1D70BE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+mn-cs"/>
              </a:rPr>
              <a:t>第三级</a:t>
            </a:r>
          </a:p>
          <a:p>
            <a:pPr marL="1600200" marR="0" lvl="3" indent="-228600" algn="l" defTabSz="914400" rtl="0" eaLnBrk="1" fontAlgn="auto" latinLnBrk="0" hangingPunct="1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1D70BE"/>
              </a:buClr>
              <a:buSzTx/>
              <a:buFont typeface="Arial" pitchFamily="34" charset="0"/>
              <a:buChar char="–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+mn-cs"/>
              </a:rPr>
              <a:t>第四级</a:t>
            </a:r>
          </a:p>
          <a:p>
            <a:pPr marL="2057400" marR="0" lvl="4" indent="-228600" algn="l" defTabSz="914400" rtl="0" eaLnBrk="1" fontAlgn="auto" latinLnBrk="0" hangingPunct="1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1D70BE"/>
              </a:buClr>
              <a:buSzTx/>
              <a:buFont typeface="Arial" pitchFamily="34" charset="0"/>
              <a:buChar char="»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33CD70C-05AC-9FEE-EBA7-1FF38ECB47E0}"/>
              </a:ext>
            </a:extLst>
          </p:cNvPr>
          <p:cNvSpPr/>
          <p:nvPr userDrawn="1"/>
        </p:nvSpPr>
        <p:spPr>
          <a:xfrm>
            <a:off x="0" y="0"/>
            <a:ext cx="335360" cy="6858000"/>
          </a:xfrm>
          <a:prstGeom prst="rect">
            <a:avLst/>
          </a:prstGeom>
          <a:solidFill>
            <a:srgbClr val="2462C6"/>
          </a:solidFill>
          <a:ln>
            <a:solidFill>
              <a:srgbClr val="2462C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aseline="0" dirty="0"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14" name="页脚占位符 3">
            <a:extLst>
              <a:ext uri="{FF2B5EF4-FFF2-40B4-BE49-F238E27FC236}">
                <a16:creationId xmlns:a16="http://schemas.microsoft.com/office/drawing/2014/main" id="{72DC2865-48A5-2EB2-5F25-26C21CA2E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>
            <a:lvl1pPr>
              <a:defRPr>
                <a:latin typeface="DengXian" panose="02010600030101010101" pitchFamily="2" charset="-122"/>
                <a:ea typeface="DengXian" panose="02010600030101010101" pitchFamily="2" charset="-122"/>
              </a:defRPr>
            </a:lvl1pPr>
          </a:lstStyle>
          <a:p>
            <a:r>
              <a:rPr lang="zh-CN" altLang="en-US"/>
              <a:t>同济大学智能无人系统研究团队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0CE083F5-B31A-AFF8-EB18-B54BD6D39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>
                <a:latin typeface="DengXian" panose="02010600030101010101" pitchFamily="2" charset="-122"/>
                <a:ea typeface="DengXian" panose="02010600030101010101" pitchFamily="2" charset="-122"/>
              </a:defRPr>
            </a:lvl1pPr>
          </a:lstStyle>
          <a:p>
            <a:fld id="{598E4A8C-DC7D-43CA-99A9-167CFAEB755B}" type="slidenum">
              <a:rPr lang="zh-CN" altLang="en-US" smtClean="0"/>
              <a:pPr/>
              <a:t>‹#›</a:t>
            </a:fld>
            <a:endParaRPr lang="zh-CN" altLang="en-US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EA0AE22-456E-BB1F-146A-088AB99248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3461" y="0"/>
            <a:ext cx="688539" cy="69137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90ED01A-CFC4-0863-6249-49E9062B86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8368" y="72306"/>
            <a:ext cx="2009203" cy="36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882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engXian" panose="02010600030101010101" pitchFamily="2" charset="-122"/>
                <a:ea typeface="DengXian" panose="02010600030101010101" pitchFamily="2" charset="-122"/>
              </a:defRPr>
            </a:lvl1pPr>
          </a:lstStyle>
          <a:p>
            <a:r>
              <a:rPr lang="zh-CN" altLang="en-US"/>
              <a:t>同济大学智能无人系统研究团队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DengXian" panose="02010600030101010101" pitchFamily="2" charset="-122"/>
                <a:ea typeface="DengXian" panose="02010600030101010101" pitchFamily="2" charset="-122"/>
              </a:defRPr>
            </a:lvl1pPr>
          </a:lstStyle>
          <a:p>
            <a:fld id="{598E4A8C-DC7D-43CA-99A9-167CFAEB755B}" type="slidenum">
              <a:rPr lang="zh-CN" altLang="en-US" smtClean="0"/>
              <a:pPr/>
              <a:t>‹#›</a:t>
            </a:fld>
            <a:endParaRPr lang="zh-CN" altLang="en-US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C7840A-A9A6-2CB5-6DA0-C584D9963D96}"/>
              </a:ext>
            </a:extLst>
          </p:cNvPr>
          <p:cNvSpPr/>
          <p:nvPr userDrawn="1"/>
        </p:nvSpPr>
        <p:spPr>
          <a:xfrm>
            <a:off x="0" y="0"/>
            <a:ext cx="335360" cy="6858000"/>
          </a:xfrm>
          <a:prstGeom prst="rect">
            <a:avLst/>
          </a:prstGeom>
          <a:solidFill>
            <a:srgbClr val="2462C6"/>
          </a:solidFill>
          <a:ln>
            <a:solidFill>
              <a:srgbClr val="2462C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aseline="0" dirty="0"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F03F4DC-7D45-6C4D-FCC0-1E3DFA652B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3461" y="0"/>
            <a:ext cx="688539" cy="69137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A951FA2-F322-9232-63AA-858DAE46E7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8368" y="72306"/>
            <a:ext cx="2009203" cy="3671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engXian" panose="02010600030101010101" pitchFamily="2" charset="-122"/>
                <a:ea typeface="DengXian" panose="02010600030101010101" pitchFamily="2" charset="-122"/>
              </a:defRPr>
            </a:lvl1pPr>
          </a:lstStyle>
          <a:p>
            <a:r>
              <a:rPr lang="zh-CN" altLang="en-US"/>
              <a:t>同济大学智能无人系统研究团队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DengXian" panose="02010600030101010101" pitchFamily="2" charset="-122"/>
                <a:ea typeface="DengXian" panose="02010600030101010101" pitchFamily="2" charset="-122"/>
              </a:defRPr>
            </a:lvl1pPr>
          </a:lstStyle>
          <a:p>
            <a:fld id="{598E4A8C-DC7D-43CA-99A9-167CFAEB755B}" type="slidenum">
              <a:rPr lang="zh-CN" altLang="en-US" smtClean="0"/>
              <a:pPr/>
              <a:t>‹#›</a:t>
            </a:fld>
            <a:endParaRPr lang="zh-CN" altLang="en-US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4517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335360" cy="6858000"/>
          </a:xfrm>
          <a:prstGeom prst="rect">
            <a:avLst/>
          </a:prstGeom>
          <a:solidFill>
            <a:srgbClr val="2462C6"/>
          </a:solidFill>
          <a:ln>
            <a:solidFill>
              <a:srgbClr val="2462C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aseline="0" dirty="0"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sp>
        <p:nvSpPr>
          <p:cNvPr id="17" name="页脚占位符 3">
            <a:extLst>
              <a:ext uri="{FF2B5EF4-FFF2-40B4-BE49-F238E27FC236}">
                <a16:creationId xmlns:a16="http://schemas.microsoft.com/office/drawing/2014/main" id="{63648B7A-0FF5-740E-F4DF-DDFE045A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>
            <a:lvl1pPr>
              <a:defRPr>
                <a:latin typeface="DengXian" panose="02010600030101010101" pitchFamily="2" charset="-122"/>
                <a:ea typeface="DengXian" panose="02010600030101010101" pitchFamily="2" charset="-122"/>
              </a:defRPr>
            </a:lvl1pPr>
          </a:lstStyle>
          <a:p>
            <a:r>
              <a:rPr lang="zh-CN" altLang="en-US"/>
              <a:t>同济大学智能无人系统研究团队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FDF30C6-8F53-93F8-5919-F346E58BE7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3461" y="0"/>
            <a:ext cx="688539" cy="69137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FC1D176-B785-4BBA-B118-698683FD9D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00" y="15941"/>
            <a:ext cx="2557696" cy="659496"/>
          </a:xfrm>
          <a:prstGeom prst="rect">
            <a:avLst/>
          </a:prstGeom>
        </p:spPr>
      </p:pic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BB81383-DF0C-9428-43D3-482468EEB38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23431" y="4005064"/>
            <a:ext cx="5545138" cy="1008063"/>
          </a:xfrm>
        </p:spPr>
        <p:txBody>
          <a:bodyPr>
            <a:noAutofit/>
          </a:bodyPr>
          <a:lstStyle>
            <a:lvl1pPr>
              <a:buNone/>
              <a:defRPr lang="en-US" altLang="zh-CN" sz="2800" dirty="0"/>
            </a:lvl1pPr>
          </a:lstStyle>
          <a:p>
            <a:pPr lvl="0" algn="ctr"/>
            <a:r>
              <a:rPr lang="zh-CN" altLang="en-US" sz="3200" dirty="0">
                <a:latin typeface="DengXian" panose="02010600030101010101" pitchFamily="2" charset="-122"/>
                <a:ea typeface="DengXian" panose="02010600030101010101" pitchFamily="2" charset="-122"/>
              </a:rPr>
              <a:t>姓名</a:t>
            </a:r>
            <a:endParaRPr lang="en-US" altLang="zh-CN" sz="32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lvl="0" algn="ctr"/>
            <a:r>
              <a:rPr lang="zh-CN" altLang="en-US" sz="3200" dirty="0">
                <a:latin typeface="DengXian" panose="02010600030101010101" pitchFamily="2" charset="-122"/>
                <a:ea typeface="DengXian" panose="02010600030101010101" pitchFamily="2" charset="-122"/>
              </a:rPr>
              <a:t>邮箱</a:t>
            </a:r>
            <a:endParaRPr lang="en-US" altLang="zh-CN" sz="3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38170701-EAAC-CB29-5AD7-5F3BE97789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31950" y="1916832"/>
            <a:ext cx="8999537" cy="2015877"/>
          </a:xfrm>
        </p:spPr>
        <p:txBody>
          <a:bodyPr/>
          <a:lstStyle>
            <a:lvl1pPr algn="ctr">
              <a:buNone/>
              <a:defRPr sz="4400" b="1" i="0" baseline="0">
                <a:latin typeface="Arial Unicode MS" panose="020B0604020202020204" pitchFamily="34" charset="-128"/>
                <a:ea typeface="黑体" panose="02010609060101010101" pitchFamily="49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谢谢！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敬请批评指正！</a:t>
            </a:r>
          </a:p>
        </p:txBody>
      </p:sp>
    </p:spTree>
    <p:extLst>
      <p:ext uri="{BB962C8B-B14F-4D97-AF65-F5344CB8AC3E}">
        <p14:creationId xmlns:p14="http://schemas.microsoft.com/office/powerpoint/2010/main" val="2572120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/>
              <a:t>同济大学智能无人系统研究团队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E4A8C-DC7D-43CA-99A9-167CFAEB755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55" r:id="rId4"/>
    <p:sldLayoutId id="2147483656" r:id="rId5"/>
    <p:sldLayoutId id="2147483659" r:id="rId6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 baseline="0">
          <a:solidFill>
            <a:schemeClr val="tx1"/>
          </a:solidFill>
          <a:latin typeface="Arial Unicode MS" panose="020B0604020202020204" pitchFamily="34" charset="-128"/>
          <a:ea typeface="黑体" panose="02010609060101010101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14000"/>
        </a:lnSpc>
        <a:spcBef>
          <a:spcPts val="400"/>
        </a:spcBef>
        <a:buClr>
          <a:srgbClr val="1D70BE"/>
        </a:buClr>
        <a:buFont typeface="Arial" pitchFamily="34" charset="0"/>
        <a:buChar char="•"/>
        <a:defRPr sz="3200" kern="1200" baseline="0">
          <a:solidFill>
            <a:schemeClr val="tx1"/>
          </a:solidFill>
          <a:latin typeface="Arial" panose="020B0604020202020204" pitchFamily="34" charset="0"/>
          <a:ea typeface="等线" panose="02010600030101010101" pitchFamily="2" charset="-122"/>
          <a:cs typeface="+mn-cs"/>
        </a:defRPr>
      </a:lvl1pPr>
      <a:lvl2pPr marL="742950" indent="-285750" algn="l" defTabSz="914400" rtl="0" eaLnBrk="1" latinLnBrk="0" hangingPunct="1">
        <a:lnSpc>
          <a:spcPct val="114000"/>
        </a:lnSpc>
        <a:spcBef>
          <a:spcPts val="400"/>
        </a:spcBef>
        <a:buClr>
          <a:srgbClr val="1D70BE"/>
        </a:buClr>
        <a:buFont typeface="Arial" pitchFamily="34" charset="0"/>
        <a:buChar char="–"/>
        <a:defRPr sz="2800" kern="1200" baseline="0">
          <a:solidFill>
            <a:schemeClr val="tx1"/>
          </a:solidFill>
          <a:latin typeface="Arial" panose="020B0604020202020204" pitchFamily="34" charset="0"/>
          <a:ea typeface="等线" panose="02010600030101010101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400"/>
        </a:spcBef>
        <a:buClr>
          <a:srgbClr val="1D70BE"/>
        </a:buClr>
        <a:buFont typeface="Arial" pitchFamily="34" charset="0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等线" panose="02010600030101010101" pitchFamily="2" charset="-122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400"/>
        </a:spcBef>
        <a:buClr>
          <a:srgbClr val="1D70BE"/>
        </a:buClr>
        <a:buFont typeface="Arial" pitchFamily="34" charset="0"/>
        <a:buChar char="–"/>
        <a:defRPr sz="2000" kern="1200" baseline="0">
          <a:solidFill>
            <a:schemeClr val="tx1"/>
          </a:solidFill>
          <a:latin typeface="Arial" panose="020B0604020202020204" pitchFamily="34" charset="0"/>
          <a:ea typeface="等线" panose="02010600030101010101" pitchFamily="2" charset="-122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400"/>
        </a:spcBef>
        <a:buClr>
          <a:srgbClr val="1D70BE"/>
        </a:buClr>
        <a:buFont typeface="Arial" pitchFamily="34" charset="0"/>
        <a:buChar char="»"/>
        <a:defRPr sz="1800" kern="1200" baseline="0">
          <a:solidFill>
            <a:schemeClr val="tx1"/>
          </a:solidFill>
          <a:latin typeface="Arial" panose="020B0604020202020204" pitchFamily="34" charset="0"/>
          <a:ea typeface="等线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7">
            <a:extLst>
              <a:ext uri="{FF2B5EF4-FFF2-40B4-BE49-F238E27FC236}">
                <a16:creationId xmlns:a16="http://schemas.microsoft.com/office/drawing/2014/main" id="{E76EE013-0520-95A9-32E4-26C40275D6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副标题 18">
            <a:extLst>
              <a:ext uri="{FF2B5EF4-FFF2-40B4-BE49-F238E27FC236}">
                <a16:creationId xmlns:a16="http://schemas.microsoft.com/office/drawing/2014/main" id="{BFDE5F08-5A09-654E-41A7-2153A97BA1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821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D42DF9-798A-DEDB-FC6B-80CF63942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32E072-3E96-F2E1-F19A-572FBC3B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8483"/>
            <a:ext cx="10972800" cy="4525963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5E7D80-4F60-9660-B933-531B53CCF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E4A8C-DC7D-43CA-99A9-167CFAEB755B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03855B-FC0B-9DBC-F39F-3B11AEDEE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同济大学智能无人系统研究团队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5962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FBF70704-7276-8CDB-AAE3-F0C6A0E9D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kumimoji="1" lang="zh-CN" altLang="en-US" dirty="0">
              <a:latin typeface="Arial Unicode MS" panose="020B0604020202020204" pitchFamily="34" charset="-128"/>
            </a:endParaRPr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A40FEB74-CC28-0374-B962-74788392D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389D24A9-1CB5-754B-10BB-C2BEFCD925D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3576B5D-BD66-A416-C1DD-AE656DE41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同济大学智能无人系统研究团队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E159A6-C10F-FC6D-0E7C-BADD778C4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E4A8C-DC7D-43CA-99A9-167CFAEB755B}" type="slidenum">
              <a:rPr lang="zh-CN" altLang="en-US" smtClean="0"/>
              <a:pPr/>
              <a:t>3</a:t>
            </a:fld>
            <a:endParaRPr lang="zh-CN" altLang="en-US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5173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DCF1D2-1104-8F24-5A64-D8AED0F8A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同济大学智能无人系统研究团队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735FEA-D779-777B-9F69-F283077E9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E4A8C-DC7D-43CA-99A9-167CFAEB755B}" type="slidenum">
              <a:rPr lang="zh-CN" altLang="en-US" smtClean="0"/>
              <a:pPr/>
              <a:t>4</a:t>
            </a:fld>
            <a:endParaRPr lang="zh-CN" altLang="en-US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7938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7D283B38-DF63-84BA-68DD-2AD1DAE24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B394A2-5DCA-4361-8270-F62242DA4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同济大学智能无人系统研究团队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5CC78E-251F-A5E0-DFC1-2A697F237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E4A8C-DC7D-43CA-99A9-167CFAEB755B}" type="slidenum">
              <a:rPr lang="zh-CN" altLang="en-US" smtClean="0"/>
              <a:pPr/>
              <a:t>5</a:t>
            </a:fld>
            <a:endParaRPr lang="zh-CN" altLang="en-US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2103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295DD4C-5BF7-F2F5-E802-FBC122C6B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同济大学智能无人系统研究团队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A5DE555-BAB6-2B62-A7CE-6E164EC6A24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917FAD-FCB1-2473-C81C-F05CF35526C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7298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22472</TotalTime>
  <Words>44</Words>
  <Application>Microsoft Macintosh PowerPoint</Application>
  <PresentationFormat>宽屏</PresentationFormat>
  <Paragraphs>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DengXian</vt:lpstr>
      <vt:lpstr>Arial Unicode MS</vt:lpstr>
      <vt:lpstr>Arial</vt:lpstr>
      <vt:lpstr>Calibri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面向未来的道路交通系统</dc:title>
  <dc:creator>Windows 用户;Junqiao Zhao</dc:creator>
  <cp:lastModifiedBy>Junqiao John Zhao</cp:lastModifiedBy>
  <cp:revision>378</cp:revision>
  <dcterms:created xsi:type="dcterms:W3CDTF">2014-05-28T06:48:02Z</dcterms:created>
  <dcterms:modified xsi:type="dcterms:W3CDTF">2026-05-11T13:13:37Z</dcterms:modified>
</cp:coreProperties>
</file>